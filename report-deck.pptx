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(83/100)  ·  7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initial visitor's ability to quickly understand its purpose and value proposition, which is bleeding value because the homepage copy uses technical, administrative language like 'This domain is for use in documentation examples' instead of customer-centric benefits, and critically, the site is unusable for mobile users due to a missing responsive viewport declaration.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1.6–7.0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Six standard security headers are absent, weakening protection against common web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copy fails to clearly articulate a customer-centric value proposition and differentiation.</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due to missing or poorly optimized page metadata.</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C0392B"/>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No Responsive Viewport</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Mobile browsers render the desktop layout scaled down due to a missing viewport meta tag, making every tap target too sm</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copy fails to clearly articulate a customer-centric value proposition and differentiation, using technical language instead of visitor-focused benefits.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5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Value Proposition</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